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7AF048B-8A40-7A15-67EE-A9FB12CC93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DB1A5ABB-255C-2371-92F3-7B4B018C98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DBB8F56-BC3B-C593-E003-8743D977C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AB84-3DC8-4128-9772-E2EB48F7371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56304CA-CF32-8CD1-FBFF-F6D789DF0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63D713A-932B-4FA6-CEB0-C07215C3D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A92D7-8C15-47F6-B3F1-BE4D22BC4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366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524982F-7E0E-663B-F0D3-693BCABE6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90639FC-2B20-F9DE-5D3F-24D04FB86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A92F9E6-767D-E589-63E4-036D6FD96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AB84-3DC8-4128-9772-E2EB48F7371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D98A578-242C-A109-8F65-F361E9920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874CE80-7840-5B22-B7DE-10501E276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A92D7-8C15-47F6-B3F1-BE4D22BC4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283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94E58D1-D761-DF73-9DE5-FB0A379AB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D0F5ECA-6CAE-6D62-BD25-5C6602D43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6F4E76A-EC32-F2D3-3D20-4E99A318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AB84-3DC8-4128-9772-E2EB48F7371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5938BBB-3D54-0045-3984-B47716224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4F1F0DE-EC1D-1E46-5F98-BF545C8B8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A92D7-8C15-47F6-B3F1-BE4D22BC4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619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58C2DFF-3EA1-FFC7-EF18-0E751E41A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8AB35A1-59F8-29BC-943E-8D60666C5F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118CC6D8-4CCA-021E-9874-14734FC331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BADDC61-03D5-C7B7-E0C2-6ADD565AC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AB84-3DC8-4128-9772-E2EB48F7371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C3465AE1-BCFC-245C-2EA9-78390D1EE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5F5F5D81-5D43-50B5-1BFD-6E6E1B423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A92D7-8C15-47F6-B3F1-BE4D22BC4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753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1E1084B-503F-E8EB-5C23-189223CC7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0768FD7-BB1C-2152-B1A2-CB0AB4B8C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E27D2623-78E0-DD37-6FF4-A0AE73CA2C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A2F7B6CF-DF90-E66D-2D3A-B85C0D5E74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8FEE412B-DFA8-F74C-664C-BA2BA47847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CEA3965F-7F8A-808C-CE92-94BCB94CC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AB84-3DC8-4128-9772-E2EB48F7371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66F4586A-0286-E369-2E09-01AC8EFB0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B121C4C5-D259-6D58-7A52-ED4132549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A92D7-8C15-47F6-B3F1-BE4D22BC4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332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2A43913-1CBF-7722-B5BE-4AC801BA8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36E240A7-6AF3-D4DE-D53A-7BF13881A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AB84-3DC8-4128-9772-E2EB48F7371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47DE81DE-5F11-868A-CAC1-188170253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40A4D22C-2317-5652-0599-CB928DF53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A92D7-8C15-47F6-B3F1-BE4D22BC4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443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C5C1FC7A-5DF2-4790-F72A-A4DAD34E6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AB84-3DC8-4128-9772-E2EB48F7371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D0F827E0-A88F-D6FF-25A7-817584FEC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84DD8863-B855-D740-F1C1-580CCCD52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A92D7-8C15-47F6-B3F1-BE4D22BC4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600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372DAE7-E920-469E-89B2-14672CDA8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BD88EB8-D5E0-1CBC-FF0E-EE446D814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21C4E807-10AE-CA21-A771-BD04C1DD42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DDA6809-06B2-9F2D-CEE3-02ECF9DA5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AB84-3DC8-4128-9772-E2EB48F7371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804DCFA6-516F-C69D-5EBD-C75DFB3F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C859ECE-4E59-28A2-B60E-AB64FF6F6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A92D7-8C15-47F6-B3F1-BE4D22BC4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228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AC5C542-C885-BDC9-5CEF-513BA9B0D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B4383D86-2222-CF49-865E-ABF508274D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0216A493-51E1-7031-68DA-839D72C43B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41AEAE4-B4BA-5D84-66DE-E25A263EA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AB84-3DC8-4128-9772-E2EB48F7371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F1C41690-8CF6-D997-8DF9-51B30A3B2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8010421D-8763-166A-5A7D-5081AA21C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A92D7-8C15-47F6-B3F1-BE4D22BC4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005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FD5F0EB-5043-885E-CF5F-663549C36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2CC26A97-AC40-DDE9-A2E0-D1A0856009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56D9E19-1F75-4C31-7DD0-ECBAA6D9A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AB84-3DC8-4128-9772-E2EB48F7371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A671CB0-8666-9596-AA0A-AAF16C839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13C1C26-6EA4-143C-FCFF-13D8627F3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A92D7-8C15-47F6-B3F1-BE4D22BC4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475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A8AE44CA-848C-B6E5-CED5-47AF739DD9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EFE5D713-9112-56FA-0F9A-B414C1529B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8BB31BC-32B6-0CC6-CEA0-435884185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AB84-3DC8-4128-9772-E2EB48F7371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7E3DA27-F964-1CA7-B549-0B063AA42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3D930D9-4171-C170-AB97-CFE603212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A92D7-8C15-47F6-B3F1-BE4D22BC4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516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9C796C00-2581-4FCF-3DF0-B9A827DB9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E4F977B7-2350-DE42-012C-383B7EB24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32C0485-793C-C7AE-282C-1E41586A38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6AAB84-3DC8-4128-9772-E2EB48F7371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593508D-F6BB-0D14-FA27-4F5C48890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00C1F34-9D53-967A-09DC-507A82CD82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A92D7-8C15-47F6-B3F1-BE4D22BC4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191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50FA20E0-291F-92F0-1D16-CDCD22E32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707" y="1171459"/>
            <a:ext cx="9436585" cy="451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752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F3B25E4F-E2B2-3EE9-1DCA-761EB5A78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774" y="1714412"/>
            <a:ext cx="9760452" cy="342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926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Teması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Derya Malkoç</dc:creator>
  <cp:lastModifiedBy>Nesrin Çelebioğlu</cp:lastModifiedBy>
  <cp:revision>2</cp:revision>
  <dcterms:created xsi:type="dcterms:W3CDTF">2025-04-07T09:05:35Z</dcterms:created>
  <dcterms:modified xsi:type="dcterms:W3CDTF">2026-01-13T21:18:58Z</dcterms:modified>
</cp:coreProperties>
</file>